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287F5"/>
                </a:solidFill>
              </a:defRPr>
            </a:pPr>
            <a:r>
              <a:t>🚗 Traffic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Vehicle Detection &amp; Violation Alert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📌 Project Introduction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🔍 Advanced traffic monitoring system using Deep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🤖 AI-powered vehicle classification (21 vehicle types)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🚨 Real-time traffic violation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📊 Comprehensive monitoring and reporting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⚡ Live camera integration and video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🔐 User-friendly web-based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💻 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Backend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Flask - REST API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TensorFlow/Keras - Deep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YOLO - Object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OpenCV - Image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SQLite -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Python 3.8+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Frontend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React - User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Axios - HTTP 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CSS3 - Styling &amp; Animations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Node.js - Runtime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Dark Theme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🛠️ Tools &amp; Libraries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📦 Deep Learning: TensorFlow, Keras for vehicle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🎯 Object Detection: Ultralytics YOLO for real-time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🖼️ Image Processing: OpenCV for video &amp; image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🌐 Web Framework: Flask with REST API for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💾 Database: SQLite for models, users, and violation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🎨 Frontend: React with CSS3 for premium dark theme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🏗️ Project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Backend API (Flask Server) → HTTP REST endpoints on localhost:5000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Database Layer → SQLite for models, violations, user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ML Models → Pre-trained Keras model &amp; YOLO weights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Frontend UI (React) → Interactive dashboard on localhost:3000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Image/Video Processing → OpenCV pipeline for real-time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File Storage → Uploads folder for images/videos, violations folder for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✨ Core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Detection &amp;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Vehicle type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Emergency vehicle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Real-time webcam streaming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Multi-vehicle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Confidence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Monitoring &amp;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Traffic violation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Speeding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Red light violation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Wrong lane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Violation evidence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⚙️ How It Works - Basic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1️⃣ User uploads image/video or enables camera stream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2️⃣ Backend receives media and preprocesses using OpenCV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3️⃣ YOLO detects vehicles in the frame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4️⃣ Keras model classifies each detected vehicle (21 types)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5️⃣ System analyzes for traffic violations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6️⃣ Results displayed with confidence scores and violation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🔧 System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Backend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app.py - Main Flask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models_db.py - Model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violations_db.py - Violation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violation_detector.py - Detection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models/ - ML model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uploads/ - User media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Frontend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ImageUploader - Image selection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CameraStream - Live camera feed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PredictionResult - Results 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ViolationsList - Violation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ModelSelector - Model switching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ClassesList - Vehicle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📊 Data Processing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Input (Image/Video) → OpenCV Preprocessing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Preprocessing → YOLO Object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Detection → Bounding Boxes with coordinates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Extracted Regions → Keras Classification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Classification → Vehicle type + Confidence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Analysis → Violation detection &amp; Storage → JSON Response to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🚗 21 Vehicle Classes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Sedan, SUV, Truck, Bus, Auto, Bike, Bicycle, Scooter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Car, Ambulance, Fire Truck, Police, Delivery Van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Tempo, Tractor, Rickshaw, Cart, Motorcycle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Heavy Vehicle, Light Vehicle, Others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Each vehicle gets confidence score (0-100%)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Emergency vehicles flagged with special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🎨 User Interface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🖼️ Image Upload with preview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📹 Real-time camera stream from webcam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📊 Detailed prediction results with confidence bars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📝 Traffic violations history and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🔄 Model selection and switching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🌙 Premium dark theme for comfortable viewing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🚀 Quick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Backend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1. cd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2.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3. python app.py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Server runs on port 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Frontend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1. cd frontend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2. npm install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3. npm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C8C8C8"/>
                </a:solidFill>
              </a:defRPr>
            </a:pPr>
            <a:r>
              <a:t>• UI runs on port 3000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287F5"/>
                </a:solidFill>
              </a:defRPr>
            </a:pPr>
            <a:r>
              <a:t>💡 Key Advantages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Real-time processing with GPU/CPU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Accurate vehicle classification (21 types)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Automated violation detection and recording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User-friendly web interface accessible from browser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Scalable architecture with database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Evidence storage for violation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287F5"/>
                </a:solidFill>
              </a:defRPr>
            </a:pPr>
            <a:r>
              <a:t>🎯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Traffic Monitoring &amp; Violation Alert System</a:t>
            </a:r>
          </a:p>
          <a:p>
            <a:r>
              <a:t>Powered by AI &amp;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